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맑은 고딕"/>
              </a:rPr>
              <a:t>LLM이 일회성으로 매번 답을 찾는 시대에서,
지식을 스스로 쌓고 진화하는 시대로.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99032"/>
            <a:ext cx="109087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맑은 고딕"/>
              </a:rPr>
              <a:t>andrej karpathy  (전 Tesla AI 디렉터, OpenAI 창립멤버)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087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“코드 조작보다 더 많은 토큰을 쓰고 있다. 꽤 잘 작동한다.”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76272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맑은 고딕"/>
              </a:rPr>
              <a:t>LLM Knowledge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176272"/>
            <a:ext cx="5349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맑은 고딕"/>
              </a:rPr>
              <a:t>LLM Wiki</a:t>
            </a:r>
          </a:p>
        </p:txBody>
      </p:sp>
      <p:pic>
        <p:nvPicPr>
          <p:cNvPr id="8" name="Picture 7" descr="_x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87168"/>
            <a:ext cx="5349240" cy="3184423"/>
          </a:xfrm>
          <a:prstGeom prst="rect">
            <a:avLst/>
          </a:prstGeom>
        </p:spPr>
      </p:pic>
      <p:pic>
        <p:nvPicPr>
          <p:cNvPr id="9" name="Picture 8" descr="9f406cb4d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87168"/>
            <a:ext cx="5349240" cy="32719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맑은 고딕"/>
              </a:rPr>
              <a:t>자료는 쌓이고 있다.  이해는 쌓이고 있는가?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89888"/>
            <a:ext cx="1090879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087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①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543032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오늘      →  ChatGPT에 배경부터 다시 설명  →  정리  →  ⨯ 휘발</a:t>
            </a:r>
          </a:p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다음 달  →  또 처음부터                    →  정리  →  ⨯ 또 휘발</a:t>
            </a:r>
          </a:p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                                     ← 지난달에 정리한 게 어딘가 있는데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90088"/>
            <a:ext cx="1090879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109087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② 진화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19856"/>
            <a:ext cx="10543032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1월  A라고 생각  →  메모 저장        4월  B로 바뀜  →  다른 메모에 저장</a:t>
            </a:r>
          </a:p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7월  다시 꺼내보면  →  ⨯  A인지 B인지, 왜 바뀌었는지 모름</a:t>
            </a:r>
          </a:p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                          생각의 흐름이 어디에도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35424"/>
            <a:ext cx="1090879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99432"/>
            <a:ext cx="10908792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맑은 고딕"/>
              </a:rPr>
              <a:t>③ 관계 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65192"/>
            <a:ext cx="10543032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책에서 읽은 아이디어  +  지난주 미팅에서 나온 얘기  +  어제 읽은 기사</a:t>
            </a:r>
          </a:p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  →  ⨯  연결되는 줄 모름</a:t>
            </a:r>
          </a:p>
          <a:p>
            <a:pPr algn="l">
              <a:lnSpc>
                <a:spcPts val="1900"/>
              </a:lnSpc>
            </a:pPr>
            <a:r>
              <a:rPr sz="1100" b="0">
                <a:solidFill>
                  <a:srgbClr val="475569"/>
                </a:solidFill>
                <a:latin typeface="맑은 고딕"/>
              </a:rPr>
              <a:t>         나중에 "아, 그게 그거였네" 하고 지나침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2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91072"/>
            <a:ext cx="4572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맑은 고딕"/>
              </a:rPr>
              <a:t>→ 단순 요약에서 멈춘다.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291072"/>
            <a:ext cx="789127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맑은 고딕"/>
              </a:rPr>
              <a:t>"이전에 했던 작업이 남지 않기 때문에, 매번 동일한 과정을 반복하게 된다." — Karpathy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